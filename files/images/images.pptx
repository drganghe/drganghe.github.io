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1B805-7753-5798-36F9-7E1402E20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7BCC84-A67C-B0C2-8F04-8063C9295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991F3-84A7-C48D-6BA8-DBAF68A0A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C7D-7EA7-CA41-9EB1-284F0F84AA0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70FD2-9B60-EA4B-9DE0-B807A6CB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883F3-05F5-A54D-54C7-0C538B6A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9471-C1E0-2941-9A65-93E7B9C8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1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5B2A3-E074-D8D9-6F5D-8A94AE17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20950-F964-4199-4B56-9462CBAAB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12612-8665-A0C3-A7CC-6BE3385FA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C7D-7EA7-CA41-9EB1-284F0F84AA0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E64EC-F6D4-FA3A-977E-9D3D34EB3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AE8D1-D4D3-FF07-C53D-A67D41A5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9471-C1E0-2941-9A65-93E7B9C8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22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EE90D-95C4-2FD4-5C69-6C9B0E3A7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EE555-9F07-F1B1-B7B6-799F0979F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EA32A-BC53-4DA3-6B29-08EAE0BBD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C7D-7EA7-CA41-9EB1-284F0F84AA0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9FD9A-6C12-F656-929C-D1827AE39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FECC-972D-A567-F5DB-D8CED7A4E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9471-C1E0-2941-9A65-93E7B9C8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8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8EA0E-AB3F-5116-C6A6-ED9403325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9F121-1A7E-52E7-57D4-2E2670B48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174E3-8B5C-C296-1E52-C7ED63847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BE93B-8F8E-EA51-B64D-B410C214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C7D-7EA7-CA41-9EB1-284F0F84AA0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97BDE-1C9B-DFFA-6569-2DD9E3569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814EE-A825-4D5B-EEE8-CEF385E59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9471-C1E0-2941-9A65-93E7B9C8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136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C3D1-1FF7-F8A4-C542-44EDB897A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2B35D-89D1-1DF8-017A-CD9C30494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A5FAB-160E-5A0F-0A0B-12FD58758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D7898-63E2-6EDE-49A8-EEC161963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647DF4-A7A8-DBE0-7547-EF5D629240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08A3B-6044-6F4F-AEAD-8CDEABF40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C7D-7EA7-CA41-9EB1-284F0F84AA0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41841D-CC3C-8E98-D8F6-BB5F6D543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689BD4-F1E4-20C5-E081-33D2779D1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9471-C1E0-2941-9A65-93E7B9C8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32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81A2D-25C7-B016-CB39-E0662454B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0585C6-4786-2A92-AAEA-B44B03101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C7D-7EA7-CA41-9EB1-284F0F84AA0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71D3C6-4F67-E5B9-BE9C-468A86982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506434-9380-6637-394B-2AC35BBE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9471-C1E0-2941-9A65-93E7B9C8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1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21C77C-DFBD-6E61-9086-2582455D3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C7D-7EA7-CA41-9EB1-284F0F84AA0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F2E484-950D-0F33-62D5-9919F1E1F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2E415E-4165-76FC-6302-8942EEDE1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9471-C1E0-2941-9A65-93E7B9C8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59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3073-6757-A651-7160-011E9CE1F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F2605-CDFB-B4DE-F4CF-C3359F7B4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69697-25C2-CEC1-5C3E-00EFE08C4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228E5-C747-853F-1AE9-D49C3EE0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C7D-7EA7-CA41-9EB1-284F0F84AA0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60FE4-5F54-22A7-DE5E-369D34FD9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CFFA4-2D75-5032-842A-AE5000F23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9471-C1E0-2941-9A65-93E7B9C8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237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6C25C-A6BE-F0F8-0A74-F12AB7307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019CA3-A7F0-5591-F777-5D4AEAFEB2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E96A2-1F6C-8F98-8478-3D868BCCC5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8D74C-FC8E-564E-4668-D8A3BC77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C7D-7EA7-CA41-9EB1-284F0F84AA0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7A11E-8F8F-526A-E6DE-E136C25C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9A6FF-1104-804F-D984-876A5176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9471-C1E0-2941-9A65-93E7B9C8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9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A8C3F-2882-2523-E668-A23921902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535AE-AA0A-0A8A-E179-602FB4FEF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52D09-134E-467A-0268-65762F924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C7D-7EA7-CA41-9EB1-284F0F84AA0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8BFB2-40D5-C2EE-07DA-7B7B0792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77432-76C5-0B8C-A78F-8C50B720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9471-C1E0-2941-9A65-93E7B9C8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635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F4E15B-1521-6E24-F8C3-C06819CAC9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9E1F3B-1B5A-8113-5CE2-5C7A82CCCB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C9513-8E80-C7F8-6ADC-12597C008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17C7D-7EA7-CA41-9EB1-284F0F84AA0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04278-643A-CE54-C76D-632071A2D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2EC53-5A90-16E2-722B-FF725FAB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B9471-C1E0-2941-9A65-93E7B9C8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772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61E387-4CD6-5D53-DEE0-C6291F2B6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A87F8-C36A-F4CE-112C-BA91B7F03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0D75D-0270-E377-9981-AC170DF792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17C7D-7EA7-CA41-9EB1-284F0F84AA03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289CC-7CAE-0DED-AD5D-A4131CF7B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5375E-E882-1163-3215-DAF38893A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AB9471-C1E0-2941-9A65-93E7B9C8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721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27981F-6306-0BA1-AC6F-6B78B75BC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88659"/>
            <a:ext cx="10905066" cy="3080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315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Gang He</dc:creator>
  <cp:lastModifiedBy>Gang He</cp:lastModifiedBy>
  <cp:revision>1</cp:revision>
  <dcterms:created xsi:type="dcterms:W3CDTF">2026-05-26T13:17:39Z</dcterms:created>
  <dcterms:modified xsi:type="dcterms:W3CDTF">2026-05-26T13:21:37Z</dcterms:modified>
</cp:coreProperties>
</file>